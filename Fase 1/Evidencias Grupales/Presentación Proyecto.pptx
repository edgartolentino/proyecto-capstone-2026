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Cuatro filas de arriba abajo y, en cada caja, la tecnología y una frase de lo que hace. (1) Entrada: el trabajador toma los .mp4 que la obra ya graba; OpenCV los muestrea a 5 cuadros por segundo y aplica las máscaras de privacidad; el reloj nace en la captura. (2) Visión: RF-DETR detecta persona, casco y chaleco, Apache-2.0, por eso no YOLO; ByteTrack sigue con identificadores efímeros; el modelo exportado a ONNX corre en CPU en cualquier portátil. (3) Decisión y datos: gepp-core convierte trayectorias en hallazgos con umbrales en segundos; PostgreSQL guarda detecciones crudas y reglas versionadas, y por eso se puede recalcular sin GPU; Redis desacopla. (4) Servicios e interfaz: FastAPI cumple el contrato congelado y no importa la visión; React construye bandeja, visor, reglas y tablero contra Prism hasta la S9; el canal de alerta cierra el ciclo con acuse y seis avisos por turno como máximo. La columna derecha es cómo se trabaja: uv, pruebas y tipado, CI que rechaza licencias AGPL, Docker Compose, Prism y CVAT. Cerrar con la línea de abajo: la Etapa 1 decide, la Etapa 2 describe; el evento, no el cuadro, es la unidad.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Del video que la obra ya graba al hallazgo con evidencia. Cada pieza: la tecnología y lo que hace.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395728"/>
            <a:ext cx="1554480" cy="84124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 · ENTRADA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gepp-worker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2057400" y="2395728"/>
            <a:ext cx="3831336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Carpeta vigilada (v1) · RTSP (v2)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Toma los .mp4 que la obra ya graba; en v2, cámaras RTSP (MediaMTX las simula desde la S6). El reloj nace en la captura: capture_ts.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998464" y="2395728"/>
            <a:ext cx="3831336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OpenCV + FFmpeg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Decodifica el video, lo muestrea a 5 fps y aplica las máscaras de privacidad antes de inferir. Difumina los rostros de la evidencia.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383280"/>
            <a:ext cx="1554480" cy="84124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 · VISIÓN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gepp-vision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1143000" y="3236976"/>
            <a:ext cx="0" cy="146304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2057400" y="3383280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RF-DETR (Apache-2.0)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Detector: encuentra personas, cascos y chalecos en cada cuadro. Se afina con imágenes propias.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684776" y="3383280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ByteTrack (roboflow/trackers)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Seguidor: une detecciones en trayectorias con track_id efímero, sin reidentificar personas.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312152" y="3383280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PyTorch → ONNX Runtime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Entrena en GPU (nube con datos públicos, local con los propios) y ejecuta en CPU en cualquier portátil.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65760" y="4370832"/>
            <a:ext cx="1554480" cy="84124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 · DECISIÓN Y DATOS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gepp-core · PostgreSQL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143000" y="4224528"/>
            <a:ext cx="0" cy="146304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ounded Rectangle 167"/>
          <p:cNvSpPr/>
          <p:nvPr/>
        </p:nvSpPr>
        <p:spPr>
          <a:xfrm>
            <a:off x="2057400" y="4370832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gepp-core (Python puro)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Motor de reglas y agregador: de trayectorias a hallazgos con inicio, término, zona y severidad, en segundos.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84776" y="4370832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PostgreSQL 17 + Alembic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Guarda detecciones crudas, hallazgos, reglas versionadas y acuses. Permite recalcular reglas sin GPU.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312152" y="4370832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Redis 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Cola de trabajos: desacopla la ingesta del procesamiento y del envío de avisos.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65760" y="5358384"/>
            <a:ext cx="1554480" cy="84124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 · SERVICIOS E INTERFAZ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gepp-api · apps/web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143000" y="5212080"/>
            <a:ext cx="0" cy="146304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2057400" y="5358384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FastAPI + SQLAlchemy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API REST bajo el contrato OpenAPI congelado. No importa la visión: corre sin GPU.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684776" y="5358384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React + Vite + TypeScript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Bandeja de hallazgos, visor de evidencia, reglas y tablero. Hoy se desarrolla contra el mock de Prism.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312152" y="5358384"/>
            <a:ext cx="2517648" cy="84124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Canal de alerta: Telegram o correo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Patrón outbox con acuse de recibo y supresión: como máximo 6 avisos por turno de 12 h.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0012680" y="2395728"/>
            <a:ext cx="1783080" cy="3803904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CÓMO SE CONSTRUYE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uv</a:t>
            </a:r>
            <a:r>
              <a:rPr sz="950" b="0">
                <a:solidFill>
                  <a:srgbClr val="1C1C1C"/>
                </a:solidFill>
                <a:latin typeface="Calibri"/>
              </a:rPr>
              <a:t> · monorepo Python con un solo lockfile; instalación con o sin GPU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pytest · mypy · ruff</a:t>
            </a:r>
            <a:r>
              <a:rPr sz="950" b="0">
                <a:solidFill>
                  <a:srgbClr val="1C1C1C"/>
                </a:solidFill>
                <a:latin typeface="Calibri"/>
              </a:rPr>
              <a:t> · pruebas, tipado estricto y estilo en cada empuje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GitHub Actions</a:t>
            </a:r>
            <a:r>
              <a:rPr sz="950" b="0">
                <a:solidFill>
                  <a:srgbClr val="1C1C1C"/>
                </a:solidFill>
                <a:latin typeface="Calibri"/>
              </a:rPr>
              <a:t> · CI en dos versiones de Python; falla si entra una licencia AGPL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Docker Compose</a:t>
            </a:r>
            <a:r>
              <a:rPr sz="950" b="0">
                <a:solidFill>
                  <a:srgbClr val="1C1C1C"/>
                </a:solidFill>
                <a:latin typeface="Calibri"/>
              </a:rPr>
              <a:t> · PostgreSQL, Redis y MediaMTX en un comando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Prism</a:t>
            </a:r>
            <a:r>
              <a:rPr sz="950" b="0">
                <a:solidFill>
                  <a:srgbClr val="1C1C1C"/>
                </a:solidFill>
                <a:latin typeface="Calibri"/>
              </a:rPr>
              <a:t> · servidor simulado del contrato: el frontend no espera al backend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CVAT</a:t>
            </a:r>
            <a:r>
              <a:rPr sz="950" b="0">
                <a:solidFill>
                  <a:srgbClr val="1C1C1C"/>
                </a:solidFill>
                <a:latin typeface="Calibri"/>
              </a:rPr>
              <a:t> · etiquetado autoalojado: ninguna imagen sale de la máquina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5760" y="6291072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La Etapa 1 (detector + reglas) decide; la Etapa 2 (Qwen3-VL, extensión) solo describe.   ·   El evento es la unidad: un turno son 12 hallazgos, no 200.000 cuadros.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