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Liân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Liân: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Liân.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Liân.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Recorrer el dibujo de arriba abajo: el video entra por un puerto y el reloj nace en la captura; la Etapa 1 muestrea, detecta, sigue y persiste las detecciones crudas; el motor de reglas decide en segundos y produce un hallazgo; el hallazgo alimenta la evidencia, la notificación, la API y la web. La Etapa 2 (modelo de lenguaje visual) solo describe, nunca crea ni suprime hallazgos: así el sistema es auditable. Cerrar con las tres decisiones que hacen que esto no sea un trabajo escolar: el dato es propio, el incumplimiento es un evento y la alerta cierra el ciclo con acuse de recibo.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93051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 dirty="0" err="1">
                <a:solidFill>
                  <a:srgbClr val="1C1C1C"/>
                </a:solidFill>
                <a:latin typeface="Calibri"/>
              </a:rPr>
              <a:t>Detección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automática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del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uso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de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elementos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de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protección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personal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sobre</a:t>
            </a:r>
            <a:r>
              <a:rPr sz="1800" b="0" i="0" dirty="0">
                <a:solidFill>
                  <a:srgbClr val="1C1C1C"/>
                </a:solidFill>
                <a:latin typeface="Calibri"/>
              </a:rPr>
              <a:t> video de </a:t>
            </a:r>
            <a:r>
              <a:rPr sz="1800" b="0" i="0" dirty="0" err="1">
                <a:solidFill>
                  <a:srgbClr val="1C1C1C"/>
                </a:solidFill>
                <a:latin typeface="Calibri"/>
              </a:rPr>
              <a:t>obra</a:t>
            </a:r>
            <a:endParaRPr sz="1800" b="0" i="0" dirty="0">
              <a:solidFill>
                <a:srgbClr val="1C1C1C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solidFill>
                  <a:srgbClr val="757070"/>
                </a:solidFill>
                <a:latin typeface="Calibri"/>
              </a:rPr>
              <a:t>Edgar Tolentino  ·  Miguel Ortega  ·  </a:t>
            </a:r>
            <a:r>
              <a:rPr lang="es-ES" sz="1400" b="1" i="0" u="sng" dirty="0">
                <a:solidFill>
                  <a:srgbClr val="757070"/>
                </a:solidFill>
                <a:latin typeface="Calibri"/>
              </a:rPr>
              <a:t>Lian Grandón</a:t>
            </a:r>
            <a:endParaRPr sz="1400" b="1" i="0" u="sng" dirty="0">
              <a:solidFill>
                <a:srgbClr val="757070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 dirty="0" err="1">
                <a:solidFill>
                  <a:srgbClr val="757070"/>
                </a:solidFill>
                <a:latin typeface="Calibri"/>
              </a:rPr>
              <a:t>Portafolio</a:t>
            </a:r>
            <a:r>
              <a:rPr sz="1200" b="0" i="0" dirty="0">
                <a:solidFill>
                  <a:srgbClr val="757070"/>
                </a:solidFill>
                <a:latin typeface="Calibri"/>
              </a:rPr>
              <a:t> de </a:t>
            </a:r>
            <a:r>
              <a:rPr sz="1200" b="0" i="0" dirty="0" err="1">
                <a:solidFill>
                  <a:srgbClr val="757070"/>
                </a:solidFill>
                <a:latin typeface="Calibri"/>
              </a:rPr>
              <a:t>Título</a:t>
            </a:r>
            <a:r>
              <a:rPr sz="1200" b="0" i="0" dirty="0">
                <a:solidFill>
                  <a:srgbClr val="757070"/>
                </a:solidFill>
                <a:latin typeface="Calibri"/>
              </a:rPr>
              <a:t> APT122 (Capstone)  ·  Ingeniería </a:t>
            </a:r>
            <a:r>
              <a:rPr sz="1200" b="0" i="0" dirty="0" err="1">
                <a:solidFill>
                  <a:srgbClr val="757070"/>
                </a:solidFill>
                <a:latin typeface="Calibri"/>
              </a:rPr>
              <a:t>en</a:t>
            </a:r>
            <a:r>
              <a:rPr sz="1200" b="0" i="0" dirty="0">
                <a:solidFill>
                  <a:srgbClr val="75707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757070"/>
                </a:solidFill>
                <a:latin typeface="Calibri"/>
              </a:rPr>
              <a:t>Informática</a:t>
            </a:r>
            <a:r>
              <a:rPr sz="1200" b="0" i="0" dirty="0">
                <a:solidFill>
                  <a:srgbClr val="757070"/>
                </a:solidFill>
                <a:latin typeface="Calibri"/>
              </a:rPr>
              <a:t>  ·  Duoc UC  ·  </a:t>
            </a:r>
            <a:r>
              <a:rPr sz="1200" b="0" i="0" dirty="0" err="1">
                <a:solidFill>
                  <a:srgbClr val="757070"/>
                </a:solidFill>
                <a:latin typeface="Calibri"/>
              </a:rPr>
              <a:t>septiembre</a:t>
            </a:r>
            <a:r>
              <a:rPr sz="1200" b="0" i="0" dirty="0">
                <a:solidFill>
                  <a:srgbClr val="757070"/>
                </a:solidFill>
                <a:latin typeface="Calibri"/>
              </a:rPr>
              <a:t>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</a:t>
              </a:r>
              <a:r>
                <a:rPr lang="es-CL" sz="1800" b="0" i="0" u="none" strike="noStrike" cap="none" dirty="0" err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</a:t>
              </a:r>
              <a:endParaRPr sz="20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 dirty="0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Dos etapas: la Etapa 1 decide, la Etapa 2 solo describe. El evento, no el cuadro, es la unidad del sistema.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423160"/>
            <a:ext cx="4389120" cy="64008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FUENTE  ·  v1: carpeta vigilada  ·  v2: cámara RTSP  →  FrameSource (puerto)  ·  el reloj nace en la captura (capture_ts)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0" y="2423160"/>
            <a:ext cx="67208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57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Restricciones que ordenan el diseño: umbrales en segundos, nunca en cuadros  ·  5 fps  ·  reglas versionadas en la BD  ·  RF-DETR (Apache-2.0), sin licencias AGPL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697480" y="3127248"/>
            <a:ext cx="73152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ETAPA 1  ·  barata, siempre encendida  ·  DECIDE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Muestreo 5 fps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máscaras de privacidad antes de inferir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69748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Detector RF-DETR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casco y chaleco · afinado con datos propios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Seguidor ByteTrack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track_id efímeros · sin reidentificación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36092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Detecciones crudas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persistidas por track → recalcular sin GPU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692640" y="3401568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zona · turno · severidad · segundos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242316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5488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08660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418320" y="3835908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394460" y="3063239"/>
            <a:ext cx="0" cy="338329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365760" y="4709160"/>
            <a:ext cx="11384280" cy="4572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HALLAZGO  ·  inicio  ·  término  ·  zona  ·  severidad  ·  evidencia        (un turno: 12 hallazgos, no 200.000 cuadros)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0721340" y="4270248"/>
            <a:ext cx="0" cy="438912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36576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Evidencia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recorte con rostro difuminado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9748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Notificación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cola de salida · acuse · supresión · ≤ 6 avisos por turno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02920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Etapa 2 · VLM (extensión)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describe el hallazgo · NO decide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36092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API FastAPI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PostgreSQL + Redis · contrato OpenAPI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692640" y="548640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Web React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bandeja · visor · reglas · analítica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139446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2618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605790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8389620" y="5166360"/>
            <a:ext cx="0" cy="32004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9418320" y="5943600"/>
            <a:ext cx="274320" cy="0"/>
          </a:xfrm>
          <a:prstGeom prst="line">
            <a:avLst/>
          </a:prstGeom>
          <a:ln w="1905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1847</Words>
  <Application>Microsoft Office PowerPoint</Application>
  <PresentationFormat>Panorámica</PresentationFormat>
  <Paragraphs>159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LIAN . GRANDON CAMPOS</cp:lastModifiedBy>
  <cp:revision>2</cp:revision>
  <dcterms:created xsi:type="dcterms:W3CDTF">2023-10-28T21:12:11Z</dcterms:created>
  <dcterms:modified xsi:type="dcterms:W3CDTF">2026-09-08T00:44:44Z</dcterms:modified>
</cp:coreProperties>
</file>