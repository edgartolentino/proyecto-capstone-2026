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Edgar. Saludo a la comisión (gerencia de proyecto). Una frase: 'Guardián EPP convierte el video que la obra ya graba en eventos de incumplimiento de EPP con alerta, evidencia y analítica'. Reparto sugerido para que la participación sea equitativa (IE 13): Edgar láminas 1, 3 y 8 · Miguel láminas 4 y 5 · Liân láminas 6 y 7. Lámina 2: cada uno se presenta a sí mismo. Total 15 minutos.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Cada integrante dice su nombre, su rol y en una frase de qué responde. Edgar: visión, backend, datos e infraestructura. Miguel: bandeja, visor y reglas. Liân: analítica, reportes y administración. Roles cruzados: el etiquetado lo hacen los tres.</a:t>
            </a:r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Edgar. El dolor en una imagen: el prevencionista recorre, mira y anota; lo que no vio no existe. La cámara hoy sirve para explicar el accidente, no para evitarlo. La propuesta no es 'un detector': es la plataforma que convierte detecciones en decisiones. Cerrar con la restricción: no identificamos personas, es gestión por área.</a:t>
            </a:r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Leer el objetivo general una vez, despacio. Los específicos se agrupan en tres bloques: datos y modelo (1-2), del cuadro al evento (3-5) y plataforma y validación (6-8). Subrayar el 4: las reglas las cambia el usuario, no el programador.</a:t>
            </a:r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El alcance se fijó con números: se sumaron las horas del líder contra las once semanas y no cabían; la v1 cierra con casco y chaleco, el etiquetado es de equipo y el modelo de lenguaje visual es extensión, no requisito. Las limitaciones de la derecha son decisiones, no olvidos: la más importante es que no identificamos personas.</a:t>
            </a:r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Liân. Contar el principio (integrar en S9) y luego pasar por las seis prácticas en una frase cada una. Ejemplo concreto del paralelismo: el diseño de la interfaz ya está aprobado y el contrato congelado, por eso el frontend empieza esta semana. Ejemplo de verificación: medimos los píxeles del casco y descubrimos que en un mismo encuadre hay zonas evaluables y zonas que no.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Liân. Leer el cronograma por hitos, no por filas: H1 hoy; H2 en la S9 el recorrido completo funciona; H3 evaluación de avance en S10; H4 entrega v1.0.0 en S15; H5 defensa en S18. Señalar que el frontend corre en paralelo desde la S6 gracias al contrato congelado, y que el etiquetado (S5-S8) es la tarea que hacen los tres.</a:t>
            </a:r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3:00 · Edgar. Recorrer el dibujo de arriba abajo: el video entra por un puerto y el reloj nace en la captura; la Etapa 1 muestrea, detecta, sigue y persiste las detecciones crudas; el motor de reglas decide en segundos y produce un hallazgo; el hallazgo alimenta la evidencia, la notificación, la API y la web. La Etapa 2 (modelo de lenguaje visual) solo describe, nunca crea ni suprime hallazgos: así el sistema es auditable. Cerrar con las tres decisiones que hacen que esto no sea un trabajo escolar: el dato es propio, el incumplimiento es un evento y la alerta cierra el ciclo con acuse de recibo.</a:t>
            </a:r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 DEL PROYECTO · FASE 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4297680"/>
            <a:ext cx="11247120" cy="2103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C1C1C"/>
                </a:solidFill>
                <a:latin typeface="Calibri"/>
              </a:rPr>
              <a:t>Detección automática del uso de elementos de protección personal sobre video de obra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57070"/>
                </a:solidFill>
                <a:latin typeface="Calibri"/>
              </a:rPr>
              <a:t>Edgar Tolentino  ·  Miguel Ortega  ·  Liân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57070"/>
                </a:solidFill>
                <a:latin typeface="Calibri"/>
              </a:rPr>
              <a:t>Capstone (PTY4614)  ·  Ingeniería en Informática  ·  Duoc UC  ·  septiembre de 2026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Edgar Tolentino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del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Visión por computador, backend, datos, infraestructura y arquitectura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Miguel Ortega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Bandeja de hallazgos, visor de evidencia y configuración de reglas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Liân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Tablero de analítica, reportes y administración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El uso de EPP es obligatorio (DS 594, art. 53) y su incumplimiento causa lesiones.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Hoy la fiscalización es humana: muestral, reactiva, sin dato y sin trazabilidad.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La obra ya tiene cámaras grabando. Falta alguien que mire.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Nadie puede responder qué EPP se incumple más, dónde ni cuándo.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Plataforma web que procesa el video existente y detecta casco y chaleco.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Cada incumplimiento es un evento: inicio, término, zona y evidencia.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Alerta al responsable con acuse de recibo y sin fatiga de avisos.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Analítica por EPP, zona, horario y tendencia.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Sin identificar personas: privacidad por diseño.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detecte automáticamente, sobre video de una obra de construcción, el incumplimiento en el uso de elementos de protección personal, y que convierta cada detección en un evento gestionable, con alerta al responsable, evidencia asociada y analítica de tendencia, para anticipar condiciones inseguras en lugar de documentarlas después del accidente.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5440680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Dataset propio: imágenes públicas para entrenar, video de obra para probar.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2. Detector de casco y chaleco, evaluado por cuadro, evento y alerta.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3. Detecciones convertidas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4. Motor de reglas por zona, turno y severidad, sin tocar código.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63640" y="4732407"/>
            <a:ext cx="5349240" cy="1575221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5. Alertas con acuse de recibo y presupuesto de avisos por turno.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6. Web: bandeja, visor de evidencia, reglas y tablero de analítica.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7. Arquitectura lista para ingesta en vivo; el dominio es configuración.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8. Validación con plan de pruebas formal y video de referencia.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Rounded Rectangle 133"/>
          <p:cNvSpPr/>
          <p:nvPr/>
        </p:nvSpPr>
        <p:spPr>
          <a:xfrm>
            <a:off x="548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Alcance de la versión 1 (semana 15)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de archivos de video por carpeta vigilada.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Detección de casco y chaleco con modelo propio afinado.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Seguimiento y agrupación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Motor de reglas configurable por zona, turno y severidad, sin desplegar código.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Alertas con acuse de recibo, supresión de repetidos y presupuesto por turno.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Bandeja de hallazgos, visor de evidencia, configuración de reglas y tablero de analítica.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Limitaciones y fuera de alcance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No identifica personas: sin reconocimiento facial ni inferencia de atributos (por diseño).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en vivo (RTSP) diseñada y probada, no puesta en producción.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Arnés, guantes y lentes: extensión demostrada si el dataset alcanza, no compromiso.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La cámara debe ser fija; si se mueve, las reglas de la zona se suspenden.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Solo se evalúa en obra de construcción; la minería es un perfil de configuración no evaluado.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Complementa al prevencionista, no lo reemplaza.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TextBox 141"/>
          <p:cNvSpPr txBox="1"/>
          <p:nvPr/>
        </p:nvSpPr>
        <p:spPr>
          <a:xfrm>
            <a:off x="548640" y="2148840"/>
            <a:ext cx="1106424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C"/>
                </a:solidFill>
                <a:latin typeface="Calibri"/>
              </a:rPr>
              <a:t>Iterativa e incremental, en ciclos semanales. Principio: integrar temprano y mejorar después. El recorrido completo, del video a la alerta, funciona en la semana 9 aunque el modelo sea mediocre.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1. Gestión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Un issue por tarea · reunión semanal de 45 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Etiqueta de versión cada viernes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ADR para toda decisión de fondo, con alternativas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9767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2. Paralelismo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Contrato OpenAPI congelado en S4 (17 operaciones)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Servidor simulado: el frontend no espera al modelo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4671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3. Calidad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Nada entra a main sin pull request ni 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Tipado estricto, pruebas en 2 versiones de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Terminado = CI + pruebas + docs + otro lo ejecutó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4. Datos y modelo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Imágenes públicas entrenan, video propio prueba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Pre-etiquetado automático y corrección en 3 rondas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Métricas por cuadro, evento y alerta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9767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5. Verificaciones con fecha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Acceso al video · píxeles por cámara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Horas contra el calendario · matriz de EPP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El resultado ajusta el plan por escrito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04671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6. Privacidad por diseño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Sin identificación de personas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Rostro difuminado antes de guardar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Reglas con base de licitud y retención en la BD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Plan inicial de 18 semanas · Fase 1 (S1-S4) · Fase 2 (S5-S15) · Fase 3 (S16-S18) · hitos H1 a H5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365760" y="2148840"/>
          <a:ext cx="1143000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Definición y arquitectura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Repositorio, CI y contrato de API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Grabación, dataset y etiquetado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Entrenamiento y evaluación del modelo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Pipeline de video y eventos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API, dominio y base de datos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Frontend (bandeja, visor, reglas, analítica)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Analítica y reportes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Pruebas y endurecimiento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Documentación y entregables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Calibri"/>
                        </a:rPr>
                        <a:t>Hitos</a:t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151" name="TextBox 150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57070"/>
                </a:solidFill>
                <a:latin typeface="Calibri"/>
              </a:rPr>
              <a:t>H1 · S4: Exposición grupal y Guía 1.5   ·   H2 · S9: Recorrido completo funcionando   ·   H3 · S10: Evaluación de avance   ·   H4 · S15: Entrega final v1.0.0   ·   H5 · S18: Defensa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Dos etapas: la Etapa 1 decide, la Etapa 2 solo describe. El evento, no el cuadro, es la unidad del sistema.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8" name="Rounded Rectangle 157"/>
          <p:cNvSpPr/>
          <p:nvPr/>
        </p:nvSpPr>
        <p:spPr>
          <a:xfrm>
            <a:off x="365760" y="2423160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FUENTE  ·  v1: carpeta vigilada  ·  v2: cámara RTSP  →  FrameSource (puerto)  ·  el reloj nace en la captura (capture_ts)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0" y="2423160"/>
            <a:ext cx="67208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57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Restricciones que ordenan el diseño: umbrales en segundos, nunca en cuadros  ·  5 fps  ·  reglas versionadas en la BD  ·  RF-DETR (Apache-2.0), sin licencias AGPL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697480" y="3127248"/>
            <a:ext cx="73152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864"/>
                </a:solidFill>
                <a:latin typeface="Calibri"/>
              </a:rPr>
              <a:t>ETAPA 1  ·  barata, siempre encendida  ·  DECIDE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Muestreo 5 fps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máscaras de privacidad antes de inferir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69748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Detector RF-DETR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casco y chaleco · afinado con datos propios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02920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Seguidor ByteTrack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track_id efímeros · sin reidentificación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36092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Detecciones crudas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persistidas por track → recalcular sin GPU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69264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Motor de reglas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zona · turno · severidad · segundos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242316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75488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08660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941832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394460" y="3063239"/>
            <a:ext cx="0" cy="338329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ounded Rectangle 170"/>
          <p:cNvSpPr/>
          <p:nvPr/>
        </p:nvSpPr>
        <p:spPr>
          <a:xfrm>
            <a:off x="365760" y="4709160"/>
            <a:ext cx="11384280" cy="4572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HALLAZGO  ·  inicio  ·  término  ·  zona  ·  severidad  ·  evidencia        (un turno: 12 hallazgos, no 200.000 cuadros)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0721340" y="4270248"/>
            <a:ext cx="0" cy="438912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36576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Evidencia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recorte con rostro difuminado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69748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Notificación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cola de salida · acuse · supresión · ≤ 6 avisos por turno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02920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Etapa 2 · VLM (extensión)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describe el hallazgo · NO decide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36092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API FastAPI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PostgreSQL + Redis · contrato OpenAPI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69264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Web React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bandeja · visor · reglas · analítica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139446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72618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605790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838962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9418320" y="5943600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Panorámica</PresentationFormat>
  <Paragraphs>36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AO-Alumno</cp:lastModifiedBy>
  <cp:revision>1</cp:revision>
  <dcterms:created xsi:type="dcterms:W3CDTF">2023-10-28T21:12:11Z</dcterms:created>
  <dcterms:modified xsi:type="dcterms:W3CDTF">2026-09-01T23:00:56Z</dcterms:modified>
</cp:coreProperties>
</file>