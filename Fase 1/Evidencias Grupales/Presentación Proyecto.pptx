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Lian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Lian: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Los específicos se agrupan en tres bloques: datos y modelo (1-2), del cuadro al evento (3-5) y plataforma y validación (6-8).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Lian.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Lian. Leer el cronograma por hitos, no por filas: H1 hoy; H2 en la S9 el recorrido completo funciona; H3 evaluación de avance en S10; H4 entrega v1.0.0 en S15; H5 defensa en S18. Señalar que el frontend corre en paralelo desde la S4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Leer el flujo de izquierda a derecha, una columna por vez. (1) Entra el video: la obra deja sus grabaciones en una carpeta y el sistema las toma solo; OpenCV lee el video, se queda con 5 cuadros por segundo, tapa las zonas que no se deben analizar y difumina rostros antes de guardar; cada cuadro queda fechado con la hora real de la grabación. (2) Se detecta y se sigue: RF-DETR es el modelo que marca personas, cascos y chalecos, entrenado con nuestras imágenes; es de licencia libre y por eso no usamos YOLO, cuya licencia AGPL alcanza a los modelos entrenados y obligaría a liberar todo el sistema. ByteTrack sigue a cada persona de un cuadro al siguiente con un número temporal: nunca sabemos quién es. ONNX Runtime hace que el modelo, entrenado una vez con GPU, corra en cualquier computador. (3) Se decide y se guarda: el motor de reglas, código propio, convierte recorridos en hallazgos según las reglas de la obra, medidas en segundos; PostgreSQL guarda todo, incluidas las detecciones cuadro a cuadro, y por eso se puede cambiar una regla y recalcular sin reprocesar video; Redis es la fila de espera de los videos. (4) Se usa: FastAPI entrega los datos a la web bajo un contrato acordado antes de programar; React es la web que construyen Miguel y Lian; la alerta llega por Telegram o correo con acuse de recibo y un máximo de seis avisos por turno. Abajo, cómo se construye. Cerrar con la línea final: el detector y las reglas deciden, la descripción con IA solo describe, y la unidad es el evento. Si preguntan por las cámaras en vivo: RTSP es el protocolo de las cámaras IP; la versión 2 se conecta a cámaras en vez de leer archivos y se prueba desde la semana 6 simulando una cámara con un video grabado (MediaMTX).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C1C1C"/>
                </a:solidFill>
                <a:latin typeface="Calibri"/>
              </a:rPr>
              <a:t>Detección automática del uso de elementos de protección personal sobre video de obra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57070"/>
                </a:solidFill>
                <a:latin typeface="Calibri"/>
              </a:rPr>
              <a:t>Edgar Tolentino  ·  Miguel Ortega  ·  Lian Grandón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Portafolio de Título APT122 (Capstone)  ·  Ingeniería en Informática  ·  Duoc UC  ·  septiembre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Lian Grandón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5440680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Dataset propio: imágenes públicas para entrenar, video de obra para probar.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2. Detector de casco y chaleco, evaluado por cuadro, evento y alerta.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3. Detecciones convertidas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4. Motor de reglas por zona, turno y severidad, sin tocar código.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63640" y="4732407"/>
            <a:ext cx="5349240" cy="1575221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5. Alertas con acuse de recibo y presupuesto de avisos por turno.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6. Web: bandeja, visor de evidencia, reglas y tablero de analítica.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7. Arquitectura lista para ingesta en vivo; el dominio es configuración.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8. Validación con plan de pruebas formal y video de referencia.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Cómo viaja el video hasta convertirse en un hallazgo con evidencia. En cada caja: una tecnología y lo que hace.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331720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 · ENTRA EL VIDEO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código propio: gepp-worker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2916936"/>
            <a:ext cx="2624328" cy="1339595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Carpeta vigilada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La obra deja sus grabaciones en una carpeta y el sistema las toma solo. Cada cuadro queda fechado con la hora real en que se grabó. Más adelante: cámaras en vivo, con el mismo diseño.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65760" y="4329683"/>
            <a:ext cx="2624328" cy="1339595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OpenCV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Abre el video y se queda con 5 cuadros por segundo. Tapa las zonas que no se deben analizar y difumina los rostros antes de guardar cualquier imagen.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300984" y="2331720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 · SE DETECTA Y SE SIGUE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código propio: gepp-vision</a:t>
            </a:r>
          </a:p>
        </p:txBody>
      </p:sp>
      <p:sp>
        <p:nvSpPr>
          <p:cNvPr id="162" name="Right Arrow 161"/>
          <p:cNvSpPr/>
          <p:nvPr/>
        </p:nvSpPr>
        <p:spPr>
          <a:xfrm>
            <a:off x="3017520" y="2432304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3300984" y="2916936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RF-DETR · el detector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Marca en cada cuadro dónde hay personas, cascos y chalecos. Se entrena con nuestras imágenes. Licencia libre, por eso no YOLO.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300984" y="3858768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ByteTrack · el seguidor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Sigue a cada persona de un cuadro al siguiente y arma su recorrido. Le da un número temporal, nunca una identidad.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300984" y="4800600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ONNX Runtime · la ejecución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El modelo se entrena una vez con tarjeta gráfica (GPU) y después corre en cualquier computador normal, sin GPU.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236208" y="2331720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 · SE DECIDE Y SE GUARDA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código propio: gepp-core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5952744" y="2432304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236208" y="2916936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Motor de reglas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Aplica las reglas de la obra: X segundos sin casco donde se exige crean un hallazgo con inicio, término, zona y severidad.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236208" y="3858768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PostgreSQL · la base de datos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Guarda hallazgos, detecciones cuadro a cuadro, reglas con historial y acuses. Así se recalculan reglas sin reprocesar video.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236208" y="4800600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Redis · la fila de espera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Fila de espera en memoria: los videos que llegan esperan su turno y se procesan uno a uno, sin bloquear ni perder nada.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9171432" y="2331720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 · SE USA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código propio: gepp-api · web</a:t>
            </a:r>
          </a:p>
        </p:txBody>
      </p:sp>
      <p:sp>
        <p:nvSpPr>
          <p:cNvPr id="172" name="Right Arrow 171"/>
          <p:cNvSpPr/>
          <p:nvPr/>
        </p:nvSpPr>
        <p:spPr>
          <a:xfrm>
            <a:off x="8887967" y="2432304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9171432" y="2916936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FastAPI · la 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Servicio que entrega los datos a la web bajo un contrato fijo (OpenAPI) acordado antes de programar. Corre sin GPU.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9171432" y="3858768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React · la web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Bandeja de hallazgos, visor de evidencia, reglas y tablero. Miguel y Lian la construyen contra un servidor simulado (Prism).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171432" y="4800600"/>
            <a:ext cx="2624328" cy="86867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Telegram o correo · la alerta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Aviso al responsable con acuse de recibo. Máximo 6 avisos por turno para no saturar a nadie.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365760" y="5760719"/>
            <a:ext cx="11430000" cy="603504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11480" y="5760719"/>
            <a:ext cx="1463040" cy="60350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CÓMO 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CONSTRUYE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920240" y="5779007"/>
            <a:ext cx="329184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uv</a:t>
            </a:r>
            <a:r>
              <a:rPr sz="950" b="0">
                <a:solidFill>
                  <a:srgbClr val="1C1C1C"/>
                </a:solidFill>
                <a:latin typeface="Calibri"/>
              </a:rPr>
              <a:t> · un solo entorno Python para todos los módulos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pytest · mypy · ruff</a:t>
            </a:r>
            <a:r>
              <a:rPr sz="950" b="0">
                <a:solidFill>
                  <a:srgbClr val="1C1C1C"/>
                </a:solidFill>
                <a:latin typeface="Calibri"/>
              </a:rPr>
              <a:t> · pruebas, tipos y estilo automáticos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212080" y="5779007"/>
            <a:ext cx="329184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GitHub Actions</a:t>
            </a:r>
            <a:r>
              <a:rPr sz="950" b="0">
                <a:solidFill>
                  <a:srgbClr val="1C1C1C"/>
                </a:solidFill>
                <a:latin typeface="Calibri"/>
              </a:rPr>
              <a:t> · integración continua; bloquea licencias AGPL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Docker Compose</a:t>
            </a:r>
            <a:r>
              <a:rPr sz="950" b="0">
                <a:solidFill>
                  <a:srgbClr val="1C1C1C"/>
                </a:solidFill>
                <a:latin typeface="Calibri"/>
              </a:rPr>
              <a:t> · PostgreSQL y Redis con un comando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0" y="5779007"/>
            <a:ext cx="329184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Prism</a:t>
            </a:r>
            <a:r>
              <a:rPr sz="950" b="0">
                <a:solidFill>
                  <a:srgbClr val="1C1C1C"/>
                </a:solidFill>
                <a:latin typeface="Calibri"/>
              </a:rPr>
              <a:t> · servidor simulado: la web avanza sin backend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CVAT</a:t>
            </a:r>
            <a:r>
              <a:rPr sz="950" b="0">
                <a:solidFill>
                  <a:srgbClr val="1C1C1C"/>
                </a:solidFill>
                <a:latin typeface="Calibri"/>
              </a:rPr>
              <a:t> · etiquetado de imágenes en nuestro computador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65760" y="6409943"/>
            <a:ext cx="11430000" cy="31089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El detector y las reglas deciden; la descripción con IA (extensión futura) solo describe.   ·   La unidad es el evento: un turno son 12 hallazgos, no 200.000 cuadros.</a:t>
            </a: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Panorámica</PresentationFormat>
  <Paragraphs>36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AO-Alumno</cp:lastModifiedBy>
  <cp:revision>1</cp:revision>
  <dcterms:created xsi:type="dcterms:W3CDTF">2023-10-28T21:12:11Z</dcterms:created>
  <dcterms:modified xsi:type="dcterms:W3CDTF">2026-09-01T23:00:56Z</dcterms:modified>
</cp:coreProperties>
</file>